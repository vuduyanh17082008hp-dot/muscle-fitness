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Projects\muscle-fitness-claude\public\competition\export_slides\slid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Projects\muscle-fitness-claude\public\competition\export_slides\slid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Projects\muscle-fitness-claude\public\competition\export_slides\slide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Projects\muscle-fitness-claude\public\competition\export_slides\slide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Projects\muscle-fitness-claude\public\competition\export_slides\slide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Projects\muscle-fitness-claude\public\competition\export_slides\slide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Projects\muscle-fitness-claude\public\competition\export_slides\slide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Projects\muscle-fitness-claude\public\competition\export_slides\slide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Projects\muscle-fitness-claude\public\competition\export_slides\slide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Projects\muscle-fitness-claude\public\competition\export_slides\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Projects\muscle-fitness-claude\public\competition\export_slides\slide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Projects\muscle-fitness-claude\public\competition\export_slides\slide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Projects\muscle-fitness-claude\public\competition\export_slides\slide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Projects\muscle-fitness-claude\public\competition\export_slides\slide_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Projects\muscle-fitness-claude\public\competition\export_slides\slide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Projects\muscle-fitness-claude\public\competition\export_slides\slide_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Projects\muscle-fitness-claude\public\competition\export_slides\slide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Projects\muscle-fitness-claude\public\competition\export_slides\slide_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Muscle Fitness Competition Deck</dc:title>
  <dc:subject>PptxGenJS Presentation</dc:subject>
  <dc:creator>PptxGenJS</dc:creator>
  <cp:lastModifiedBy>PptxGenJS</cp:lastModifiedBy>
  <cp:revision>1</cp:revision>
  <dcterms:created xsi:type="dcterms:W3CDTF">2026-09-22T13:45:23Z</dcterms:created>
  <dcterms:modified xsi:type="dcterms:W3CDTF">2026-09-22T13:45:23Z</dcterms:modified>
</cp:coreProperties>
</file>